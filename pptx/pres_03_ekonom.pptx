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Международное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экономическое право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публичное право — Особенная часть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ПОНЯТИЕ И ПРЕДМЕТ МЭП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1887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1097280"/>
            <a:ext cx="7223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МЭП — система принципов и норм, регулирующих имущественные и связанные с ними неимущественные отношения субъектов МП, складывающиеся в рамках международного хозяйственного оборота, в целях обеспечения устойчивости мировой экономической системы.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 впервые использован в American Journal of International Law (1939 г.)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Подотрасли МЭП: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2560320" cy="1554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ТОРГОВОЕ ПРАВО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7033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Регулирование международной торговли товарами и услугами. Основа — право ВТО.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3246120"/>
            <a:ext cx="2560320" cy="1554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ФИНАНСОВОЕ ПРАВО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37560" y="37033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Валютные отношения, кредитование, расчёты. МВФ, Группа Всемирного банка.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3246120"/>
            <a:ext cx="2560320" cy="15544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ИНВЕСТИЦИОННОЕ ПРАВО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80760" y="370332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иностранных инвестиций. ДИДы, МЦУИС, Энергетическая хартия.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СПЕЦИАЛЬНЫЕ ПРИНЦИПЫ МЭП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475488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475488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1440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Суверенитет над ресурсами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91440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Суверенитет государств над своими природными ресурсами и экономической деятельностью (рез. ГА ООН 1803 (XVII) 1962 г.)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481328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481328"/>
            <a:ext cx="54864" cy="475488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выбора форм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48132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Свобода выбора форм организации внешнеэкономических связей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048256"/>
            <a:ext cx="8229600" cy="475488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048256"/>
            <a:ext cx="54864" cy="475488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048256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Экономическая недискриминация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2048256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Запрет дискриминации по экономическим основаниям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15184"/>
            <a:ext cx="54864" cy="475488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15184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Наибольшее благоприятствование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615184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 не менее благоприятный, чем предоставляемый любому третьему государству (НБ)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8229600" cy="475488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182112"/>
            <a:ext cx="54864" cy="475488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82112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Национальный режим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91840" y="3182112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Иностранным товарам/лицам предоставляется режим не менее благоприятный, чем национальным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749040"/>
            <a:ext cx="54864" cy="475488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749040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Взаимная выгода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91840" y="3749040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Экономическое сотрудничество должно быть выгодно обеим сторонам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315968"/>
            <a:ext cx="8229600" cy="475488"/>
          </a:xfrm>
          <a:prstGeom prst="rect">
            <a:avLst/>
          </a:prstGeom>
          <a:solidFill>
            <a:srgbClr val="E8EEF6"/>
          </a:solidFill>
          <a:ln/>
        </p:spPr>
      </p:sp>
      <p:sp>
        <p:nvSpPr>
          <p:cNvPr id="29" name="Shape 27"/>
          <p:cNvSpPr/>
          <p:nvPr/>
        </p:nvSpPr>
        <p:spPr>
          <a:xfrm>
            <a:off x="457200" y="4315968"/>
            <a:ext cx="54864" cy="475488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1596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Преференциальный режим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4315968"/>
            <a:ext cx="5212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Льготный режим для развивающихся стран без требования взаимности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ПРАВО ВТО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ГАТТ 1947 г.  →  Уругвайский раунд (1986–1994)  →  ВТО с 1 января 1995 г. (Марракеш)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Основные соглашения: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560320" cy="137160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0312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ГАТТ-1994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Торговля товарами. Снижение тарифов, связывание ставок, запрет количественных ограничений.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2103120"/>
            <a:ext cx="2560320" cy="137160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210312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ГАТС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3756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Торговля услугами. 4 способа поставки. Специфические обязательства государств.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103120"/>
            <a:ext cx="2560320" cy="137160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2103120"/>
            <a:ext cx="256032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608076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ТРИПС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25603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Интеллектуальная собственность. Минимальные стандарты защиты авторских прав, патентов, товарных знаков.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3931920" cy="11887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73152" cy="118872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703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Принципы ВТО: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39776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НБ (ст. I ГАТТ), национальный режим (ст. III), транспарентность (ст. X), связывание тарифов (ст. II), запрет количественных ограничений (ст. XI).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657600"/>
            <a:ext cx="3931920" cy="11887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657600"/>
            <a:ext cx="73152" cy="118872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703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Разрешение споров (ОРС):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39776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Двухуровневая система: третейские группы (panels) + Апелляционный орган. Обязательное исполнение. РФ — член ВТО с 22.08.2012.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МЕЖДУНАРОДНОЕ ФИНАНСОВОЕ ПРАВО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74904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МВФ (1944 г., Бреттон-Вудс)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35661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Цели: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Содействие валютному сотрудничеству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Стабильность обменных курсов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Устранение валютных ограничений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Предоставление ресурсов для покрытия дефицита платёжного баланса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 членов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SDR — специальные права заимствования (расчётная единица)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Квоты определяют голоса и доступ к финансированию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Надзор за макроэкономической политикой государств (ст. IV Устава)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74904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9601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ГРУППА ВСЕМИРНОГО БАНКА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08760"/>
          <a:ext cx="3749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Орган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Функция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МБРР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Займы средне-доходным и кредитоспособным бедным странам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МАР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Льготные кредиты/гранты беднейшим странам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МФК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Инвестиции в частный сектор развивающихся стран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МИГА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Гарантии от политических рисков для инвесторов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МЦУИС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Арбитраж инвестиционных споров (Вашингтонская конвенция 1965 г.)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МЕЖДУНАРОДНОЕ ИНВЕСТИЦИОННОЕ ПРАВО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0175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73152" cy="3017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СТАНДАРТЫ ЗАЩИТЫ ИНВЕСТИЦИЙ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32588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Справедливое и равноправное обращение (FET)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защита и безопасность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от экспроприации без компенсации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Национальный режим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 наибольшего благоприятствования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Свободный перевод средств</a:t>
            </a:r>
            <a:endParaRPr lang="en-US" sz="12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Зонтичная оговорка (umbrella clause)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01752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914400"/>
            <a:ext cx="73152" cy="3017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960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ИСТОЧНИКИ И МЕХАНИЗМЫ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32588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Двусторонние инвестиционные договоры (ДИД/BIT) — более 3000 в мире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Вашингтонская конвенция 1965 г. — МЦУИС (ICSID) — арбитраж «инвестор — государство»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Договор к Энергетической хартии 1994 г.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ЮНСИТРАЛ (арбитражные правила)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Многосторонние: TRIMS (ВТО), проект МАИ (ОЭСР, не принят)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B3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Экспроприация: законна при соблюдении условий — публичные цели, недискриминация, надлежащая правовая процедура, быстрая, адекватная и эффективная компенсация (формула Халла)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ФОРМЫ ЭКОНОМИЧЕСКОЙ ИНТЕГРАЦИИ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Форма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Суть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Пример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Зона свободной торговли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Отмена тарифов между участниками, сохранение собственных тарифов к третьим странам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НАФТА/USMCA, ЕАСТ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Таможенный союз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ЗСТ + единый внешний тариф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ЕАЭС, Меркосур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Общий рынок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ТС + свобода движения факторов производства (труд, капитал)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ЕЭС (до 1992)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Экономический союз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Общий рынок + гармонизация экономической политики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Валютный союз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Экономический союз + единая валюта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Еврозона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E8EEF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566160"/>
            <a:ext cx="73152" cy="12801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6118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4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Россия и экономическая интеграция: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393192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ЕАЭС (Евразийский экономический союз, 2015) — Россия, Белоруссия, Казахстан, Армения, Киргизия. Таможенный союз + единое экономическое пространство.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Член ВТО с 22.08.2012 (18 лет переговоров).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E23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Участие в БРИКС, ШОС (экономическое сотрудничество), G20.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B4C8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ДАТЫ И ПОНЯТИЯ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МВФ, МБРР (Бреттон-Вудс)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1947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ГАТТ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Рез. 1803 (суверенитет над ресурсами)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МЦУИС (Вашингтонская конв.)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1994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Энергетическая хартия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ВТО (Марракеш)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Россия в ВТО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2015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ЕАЭС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0" y="91440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Запомнить: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7 специальных принципов МЭП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 подотрасли: торговое, финансовое, инвестиционное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ВТО: ГАТТ + ГАТС + ТРИПС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НБ и национальный режим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МВФ + Группа Всемирного банка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ДИДы, МЦУИС, формула Халла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Формы интеграции (ЗСТ → валютный союз)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ТЕМА 3 / 10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Международное экономическое право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Международное экономическое право</dc:title>
  <dc:subject>PptxGenJS Presentation</dc:subject>
  <dc:creator>PptxGenJS</dc:creator>
  <cp:lastModifiedBy>PptxGenJS</cp:lastModifiedBy>
  <cp:revision>1</cp:revision>
  <dcterms:created xsi:type="dcterms:W3CDTF">2026-03-16T16:49:32Z</dcterms:created>
  <dcterms:modified xsi:type="dcterms:W3CDTF">2026-03-16T16:49:32Z</dcterms:modified>
</cp:coreProperties>
</file>