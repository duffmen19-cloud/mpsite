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B4C8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Международное право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прав человека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Международное публичное право — Особенная часть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ОПРЕДЕЛЕНИЕ ОТРАСЛИ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234440"/>
            <a:ext cx="7223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Международное право прав человека (МППЧ) — отрасль международного права, принципы и нормы которой устанавливают международные стандарты прав человека, т.е. международно-правовые обязательства государств по соблюдению и обеспечению основополагающих прав и свобод человека.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 регулирования: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Международные стандарты прав и свобод человека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Обязательства государств по их соблюдению и обеспечению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Международные механизмы контроля и защиты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ТРИ ПОКОЛЕНИЯ ПРАВ ЧЕЛОВЕКА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Концепция К. Вазака (1977) — соотносится с лозунгом Французской революции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560320" cy="329184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17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ПОКОЛЕНИЕ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«СВОБОДА»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Личные (гражданские) и политические права.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Запрет произвольного вмешательства государства.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Влияние буржуазных революций.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Право на жизнь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Свобода от рабства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Свобода от пыток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Свобода слова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Избирательные права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560320" cy="3291840"/>
          </a:xfrm>
          <a:prstGeom prst="rect">
            <a:avLst/>
          </a:prstGeom>
          <a:solidFill>
            <a:srgbClr val="2B5C8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417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 ПОКОЛЕНИЕ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«РАВЕНСТВО»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224028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Экономические, социальные и культурные права.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Требуют активных усилий государства.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Влияние Октябрьской революции.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Право на труд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Право на образование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Социальное обеспечение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Охрана здоровья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Право на отдых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560320" cy="3291840"/>
          </a:xfrm>
          <a:prstGeom prst="rect">
            <a:avLst/>
          </a:prstGeom>
          <a:solidFill>
            <a:srgbClr val="3B7CB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417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 ПОКОЛЕНИЕ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«БРАТСТВО»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09360" y="224028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Коллективные права (права солидарности).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Усилия развивающихся стран, с 1960–70-х гг.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Африканская хартия 1981 г.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Самоопределение (ст. 1 Пактов)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Право на мир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Право на развитие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Благоприятная среда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Общее наследие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ТЕНДЕНЦИИ: IV ПОКОЛЕНИЕ И R2P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182880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ПОКОЛЕНИЕ — СОМАТИЧЕСКИЕ ПРАВА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Терапевтическое клонирование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Запрет репродуктивного клонирования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Репродуктивные права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Эвтаназия (практика ЕСПЧ)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023360" cy="182880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RESPONSIBILITY TO PROTECT (R2P)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6002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Суверенитет = обязанность защищать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народ от геноцида, военных преступлений,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этнических чисток, преступлений против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человечности.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государство не может/не желает —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ответственность несёт ООН.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8229600" cy="155448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ДОКУМЕНТЫ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Доклад Комиссии Г. Эванса 2001 г. — впервые сформулирована концепция R2P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П. 138–139 Итогового документа Всемирного саммита 2005 г. — закрепление R2P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Позиция РФ (Концепция внешней политики 2013 г., п. 31 «б»): недопустимы военные интервенции под предлогом R2P, подрывающие суверенное равенство государств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ВСЕОБЩАЯ ХАРТИЯ ПРАВ ЧЕЛОВЕКА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Международный билль о правах — три основополагающих документа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05156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73152" cy="1051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25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ВДПЧ 1948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Всеобщая декларация прав человека (10.12.1948) — резолюция ГА ООН, 30 статей, рекомендательный характер (но считается обычаем МП). Каталог: личные (ст. 3–19), политические (ст. 20–21), экономические/социальные (ст. 22–25), культурные (ст. 26–27). 10 декабря — День прав человека.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8229600" cy="105156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514600"/>
            <a:ext cx="73152" cy="1051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МПГПП 1966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8803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Международный пакт о гражданских и политических правах (16.12.1966). I ФП (1966) — индивидуальные сообщения. II ФП (1989) — отмена смертной казни. Контроль: Комитет по правам человека (18 экспертов, 4 года). Ст. 6 — право на жизнь, ограничения смертной казни.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8229600" cy="105156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749040"/>
            <a:ext cx="73152" cy="1051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794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МПЭСКП 1966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1148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Международный пакт об экономических, социальных и культурных правах (16.12.1966). ФП (2008) — индивидуальные сообщения. Контроль: Комитет ЭСКП (рез. ЭКОСОС 1985/17). Ст. 1 обоих Пактов — право народов на самоопределение.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ДОГОВОРНЫЕ ОРГАНЫ — 9 КОМИТЕТОВ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Комитет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Конвенция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Год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Комитет по правам человека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МПГПП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Комитет ЭСКП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МПЭСКП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КЛРД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Конв. о ликвидации расовой дискриминации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КЛДЖ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Конв. о ликвидации дискриминации женщин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КПП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Конв. против пыток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КПР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Конв. о правах ребёнка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КТМ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Конв. о правах трудящихся-мигрантов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КПИ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Конв. о правах инвалидов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КНИ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Конв. о насильственных исчезновениях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Функции всех комитетов: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38404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Рассмотрение периодических докладов государств → заключительные замечания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Замечания общего порядка (толкование норм)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Индивидуальные сообщения (если государство признало компетенцию)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Межгосударственные жалобы (на практике не использовались)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НЕДОГОВОРНЫЕ ОРГАНЫ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2B4C8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СОВЕТ ООН ПО ПРАВАМ ЧЕЛОВЕКА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Рез. 60/251 ГА ООН (15.03.2006)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Заменил Комиссию по правам человека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Женева, 47 членов, ≥3 сессии/год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Полномочия: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Универсальный периодический обзор (УПО) каждого государства — члена ООН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Специальные процедуры: тематические и страновые мандаты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Специальные докладчики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Рекомендации ГА для развития МП в сфере прав человека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Реагирование на чрезвычайные ситуации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2B4C8C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51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ВЕРХОВНЫЙ КОМИССАР ООН ПО ПЧ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Рез. 48/141 ГА ООН (20.12.1993)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Полномочия: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Координация деятельности в сфере прав человека в рамках системы ООН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Содействие эффективному осуществлению всех прав человека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Консультативные услуги, техническая и финансовая помощь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рассматривает частные жалобы о нарушении прав и свобод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РЕГИОНАЛЬНЫЕ СИСТЕМЫ ЗАЩИТЫ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828800"/>
                <a:gridCol w="228600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Система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Документ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Органы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Особенности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Европейская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(Совет Европы)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ЕКПЧ 1950 г.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+ 14 протоколов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ЕСПЧ (Страсбург, 47 судей)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Комитет министров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Наиболее эффективная. Индивид. и межгос. жалобы. Приемлемость: исчерпание внутр. средств, 6 мес. срок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Межамериканская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(ОАГ)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Американская конв.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1969 г.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Комиссия (7 чл.)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Суд (Сан-Хосе, 7)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 Суд — только Комиссия или государства. Индивиды с 2001 г. могут обосновывать позицию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Африканская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(Афр. союз)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Африканская хартия ПЧ и народов 1981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Комиссия (11 чл.)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Суд (Аруша, с 2006)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Юрисдикция суда шире: не только Хартия, но и иные договоры. Индивиды — при условиях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Арабская (ЛАГ)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Арабская хартия 2004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Комитет (7 эксп., с 2009)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Толкование через шариат. Только доклады государств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СНГ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Конвенция СНГ 1995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Комиссия (Минск)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Запросы государств + индивидуальные обращения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РОССИЯ И ПРАВА ЧЕЛОВЕКА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СССР содействовал включению соц.-экон. прав в ВДПЧ (западные державы хотели только гражданские и политические)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Ратификация обоих Пактов — 1973 г.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ФП к МПГПП (индивидуальные сообщения) — 1991 г.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Ст. 17 Конституции РФ: права признаются согласно общепризнанным принципам и нормам МП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Ратификация ЕКПЧ — 5.05.1998 (при вступлении в Совет Европы, 1996)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КС РФ, определение от 19.11.2009 № 1344-О-Р: смертная казнь не может ни назначаться, ни исполняться (ст. 18 ВКПМД — обязанность не лишать подписанный Протокол № 6 объекта и цели)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РФ ратифицировала: КЛРД (1969), КЛДЖ (1981), КПП (1987), КПР (1990), КПИ (2012)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РФ не участвует: II ФП к МПГПП, Конв. о мигрантах 1990, Конв. о насильственных исчезновениях 2006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СУДЕБНАЯ ПРАКТИКА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60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Консультативное заключение по Намибии (МС ООН, 21.06.1971)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МС ООН указал Южной Африке на незаконность её присутствия в Намибии и обязанность прекратить оккупацию. Установление ограничений на основе расы, цвета кожи, происхождения признано «грубым нарушением целей и принципов Устава ООН».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8229600" cy="137160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514600"/>
            <a:ext cx="73152" cy="13716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60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Грузия против России (МС ООН, 12.08.2008 — 01.04.2011)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Грузия обвиняла РФ в дискриминации грузинского населения в Абхазии и Ю. Осетии (Конвенция 1965 г.). Россия оспаривала юрисдикцию (отсутствие спора, нарушение порядка ст. 22). Решение 10:6 в пользу России.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4114800"/>
            <a:ext cx="73152" cy="7772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160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Хаас против Швейцарии (ЕСПЧ, 20.01.2011, жалоба 31322/07)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480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Отсутствие консенсуса по эвтаназии; значительные пределы усмотрения государств; большинство приоритизирует защиту права на жизнь.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B4C8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ДАТЫ И ДОКУМЕНТЫ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4114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1948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ВДПЧ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1950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ЕКПЧ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1966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МПГПП + МПЭСКП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1969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Американская конвенция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1981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Африканская хартия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1993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Верховный комиссар ООН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2005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R2P (Всемирный саммит)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2006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Совет ООН по правам человека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0" y="91440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Запомнить: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 поколения прав + тенденции (IV)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Состав Всеобщей хартии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 договорных органов + СПЧ + ВКПЧ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Региональные системы: ЕСПЧ, Межамерик., Африканская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R2P и позиция РФ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Участие РФ в конвенциях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ТЕМА 1 / 10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Международное право прав человека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Международное право прав человека</dc:title>
  <dc:subject>PptxGenJS Presentation</dc:subject>
  <dc:creator>PptxGenJS</dc:creator>
  <cp:lastModifiedBy>PptxGenJS</cp:lastModifiedBy>
  <cp:revision>1</cp:revision>
  <dcterms:created xsi:type="dcterms:W3CDTF">2026-03-16T16:12:09Z</dcterms:created>
  <dcterms:modified xsi:type="dcterms:W3CDTF">2026-03-16T16:12:09Z</dcterms:modified>
</cp:coreProperties>
</file>