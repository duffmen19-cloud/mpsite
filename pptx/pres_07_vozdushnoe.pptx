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воздушное право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ПОНЯТИЕ, СУБЪЕКТЫ, ИСТОЧНИКИ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680960" cy="10058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МВП — система юридических принципов и норм, регулирующих правоотношения, связанные с использованием воздушного пространства летательными аппаратами гражданского назначения. Действие ограничено пределами атмосферы (до 100–150 км). Цели: безопасность воздухоплавания, развитие воздушных сообщений, защита окружающей среды.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26517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2651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СУБЪЕКТЫ МВП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Суверенные государства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ИКАО (Международная организация гражданской авиации) — приоритетное место: разработка принципов и методов аэронавигации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Авиатранспортные организации и международные эксплуатационные агентства (учреждаемые на основе международных договоров)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ИАТА (Международная ассоциация воздушного транспорта) — координация авиаперевозчиков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931920" cy="26517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103120"/>
            <a:ext cx="73152" cy="26517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51460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Чикагская конвенция 1944 г. — базовый договор (учредила ИКАО)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Соглашение о транзите (1-я и 2-я свободы) 1944 г.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Двусторонние соглашения о воздушном сообщении (3–5-я свободы)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 и рекомендуемая практика ИКАО (Приложения 1–19 к Чикагской конвенции)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Воздушный кодекс РФ 1997 г.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ПРИНЦИПЫ МВП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И ИСКЛЮЧИТЕЛЬНЫЙ СУВЕРЕНИТЕТ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1 Чикагской конвенции 1944 г.: «Каждое государство обладает полным и исключительным суверенитетом над воздушным пространством над своей территорией».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Ст. 6: «Никакие международные воздушные сообщения не могут осуществляться над территорией или на территорию государства, кроме как по специальному разрешению или с иной санкции этого государства».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Но: недопустимо произвольное закрытие трансконтинентальных трасс, вредоносное использование авиатехники.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931920" cy="10058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788920"/>
            <a:ext cx="39319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ПОЛЁТОВ В МЕЖДУНАРОДНОМ ВОЗДУШНОМ ПРОСТРАНСТВЕ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открытым морем, Антарктикой и иными территориями с международным режимом. Не требуется разрешение.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788920"/>
            <a:ext cx="3931920" cy="10058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788920"/>
            <a:ext cx="39319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ОБЕСПЕЧЕНИЕ БЕЗОПАСНОСТИ ГРАЖДАНСКОЙ АВИАЦИИ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3200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Государства обеспечивают безопасность полётов над своей территорией. ИКАО разрабатывает стандарты и рекомендуемую практику.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8686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ИКАО (ICAO)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3159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Международная организация гражданской авиации (1944 г., Монреаль). 193 государства-члена. Ассамблея + Совет (36 членов). 19 Приложений — стандарты безопасности, аэронавигации, сертификации, экологии. Разрабатывает принципы и методы аэронавигации.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«СВОБОДЫ ВОЗДУХА»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прав авиаперевозчиков по двусторонним и многосторонним соглашениям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645920"/>
                <a:gridCol w="43891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№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Свобода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Содержание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Основание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Транзитный пролёт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Беспосадочный полёт над территорией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Соглашение о транзите 1944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Техническая посадка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Полёт с посадкой исключительно в технических целях (без коммерческих операций)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Соглашение о транзите 1944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Выгрузка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Выгрузка пассажиров/грузов, взятых в государстве регистрации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Двусторонние соглашения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Приём на борт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Приём пассажиров/грузов, следующих в государство регистрации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Двусторонние соглашения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Между третьими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Перевозки между государством посадки и третьими государствами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Двусторонние соглашения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Транзитные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Перевозки между третьими странами через / минуя государство регистрации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Редко предоставляются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Каботаж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Внутренние перевозки иностранного государства (воздушный каботаж)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Практически не предоставляются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49884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1-я и 2-я свободы — многосторонние (Соглашение о транзите 1944). 3–5-я — двусторонние. 6–9-я — редко.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БОРЬБА С НЕЗАКОННЫМ ВМЕШАТЕЛЬСТВОМ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05156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ТОКИЙСКАЯ КОНВЕНЦИЯ 1963 г.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Акты, создающие угрозу безопасности полётов. Обязанность государства регистрации обеспечить возвращение контроля над судном командиру. Взятие нарушителей под стражу.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1051560"/>
          </a:xfrm>
          <a:prstGeom prst="rect">
            <a:avLst/>
          </a:prstGeom>
          <a:solidFill>
            <a:srgbClr val="2B5C8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0574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ГААГСКАЯ КОНВЕНЦИЯ 1970 г.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Незаконный захват воздушных судов — действие с насилием/угрозой на борту. Принцип aut dedere aut judicare («выдай или накажи»). Юрисдикция: государство регистрации, приземления, местонахождения преступника.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3B7CB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МОНРЕАЛЬСКАЯ КОНВЕНЦИЯ 1971 г.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Широкий перечень преступлений: насилие на борту, разрушение судна, помещение взрывного устройства, повреждение навигационного оборудования, сообщение заведомо ложных сведений. Юрисдикция: государство приземления + местонахождения преступника.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ЗАКОНОДАТЕЛЬСТВО РФ. КЛАССИФИКАЦИЯ СУДОВ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01168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20116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ВОЗДУШНЫЙ КОДЕКС РФ 1997 г.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и исключительный суверенитет РФ над воздушным пространством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Нормативная база: Кодекс + федеральные законы + указы + постановления + международные договоры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Лицензирование деятельности в области авиации (могут быть приостановлены/аннулированы)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Правительство может ограничивать или запрещать использование воздушного пространства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Государственный контроль за деятельностью лицензированных юридических лиц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воздушных судов (Воздушный кодекс РФ):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2651760" cy="128016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Гражданские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931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Используются для перевозки пассажиров, грузов, почты, выполнения авиационных работ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520440"/>
            <a:ext cx="2651760" cy="1280160"/>
          </a:xfrm>
          <a:prstGeom prst="rect">
            <a:avLst/>
          </a:prstGeom>
          <a:solidFill>
            <a:srgbClr val="2B5C8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Государственные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931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Используются для обороны, охраны границ, обеспечения безопасности, таможенных целей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2651760" cy="1280160"/>
          </a:xfrm>
          <a:prstGeom prst="rect">
            <a:avLst/>
          </a:prstGeom>
          <a:solidFill>
            <a:srgbClr val="3B7CB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Экспериментальные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39319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Включая технические средства, поддерживаемые в атмосфере за счёт взаимодействия с воздухом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ДАТЫ И ПОНЯТИЯ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1944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Чикагская конвенция + ИКАО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1944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Соглашение о транзите (1–2 свободы)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Токийская конвенция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Гаагская конвенция (захват судов)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1971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Монреальская конвенция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Воздушный кодекс РФ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100–150 км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верхняя граница МВП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Полный суверенитет (ст. 1, 6 Чикагской конв.)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«свобод воздуха» (1–2 многостор., 3–5 двустор.)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ИКАО — 193 государства, 19 Приложений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конвенции: Токио, Гаага, Монреаль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 dedere aut judicare (Гаага 1970)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Воздушный кодекс РФ 1997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7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воздушное право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Международное воздушное право</dc:title>
  <dc:subject>PptxGenJS Presentation</dc:subject>
  <dc:creator>PptxGenJS</dc:creator>
  <cp:lastModifiedBy>PptxGenJS</cp:lastModifiedBy>
  <cp:revision>1</cp:revision>
  <dcterms:created xsi:type="dcterms:W3CDTF">2026-03-16T21:18:30Z</dcterms:created>
  <dcterms:modified xsi:type="dcterms:W3CDTF">2026-03-16T21:18:30Z</dcterms:modified>
</cp:coreProperties>
</file>