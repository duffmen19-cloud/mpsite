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Право международной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безопасности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публичное право — Особенная часть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ПОНЯТИЕ И ПРЕДМЕТ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188720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Международная безопасность — миропорядок, в котором созданы необходимые условия для поступательного развития государств и иных субъектов МП.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 международной безопасности — отрасль МП, система принципов и норм, регулирующих сотрудничество государств в военно-политической сфере в целях обеспечения мира и международной безопасности.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3931920" cy="14630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697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ШИРОКОМ СМЫСЛЕ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Военно-политические, экономические, гуманитарные, информационные, экологические аспекты безопасности.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651760"/>
            <a:ext cx="3931920" cy="1463040"/>
          </a:xfrm>
          <a:prstGeom prst="rect">
            <a:avLst/>
          </a:prstGeom>
          <a:solidFill>
            <a:srgbClr val="2B5C8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697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УЗКОМ СМЫСЛЕ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30632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военно-политические аспекты.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Именно в этом значении рассматривается отрасль.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4297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международный договор, международный обычай, обязательные решения международных организаций (прежде всего СБ ООН).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ПРИНЦИПЫ ПРАВА МЕЖДУНАРОДНОЙ БЕЗОПАСНОСТИ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принципы МП: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Неприменение силы или угрозы силой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Территориальная целостность государств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Нерушимость государственных границ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Мирное разрешение международных споров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Специальные принципы: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2560320" cy="201168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78892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926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НЕДЕЛИМОСТЬ БЕЗОПАСНОСТИ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3375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Безопасность, как и мир, неделима. В условиях глобализации любые локальные конфликты мгновенно влияют на глобальную стабильность.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788920"/>
            <a:ext cx="2560320" cy="201168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78892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926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НЕНАНЕСЕНИЕ УЩЕРБА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33375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государство должно проводить внешнюю политику, учитывающую безопасность не только свою, но и других стран, и всего международного сообщества.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2788920"/>
            <a:ext cx="2560320" cy="201168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278892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2926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СТРАТЕГИЧЕСКАЯ СТАБИЛЬНОСТЬ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33375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Никто односторонними действиями не должен нарушать сложившийся военно-политический статус-кво. Ключ — способность к разумному сдерживанию.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УНИВЕРСАЛЬНАЯ СИСТЕМА КОЛЛЕКТИВНОЙ БЕЗОПАСНОСТИ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Создана в рамках ООН на основе Устава ООН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56616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СОВЕТ БЕЗОПАСНОСТИ ООН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орган — основная ответственность за поддержание международного мира и безопасности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Полномочия (гл. VII Устава ООН):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Определение угрозы миру, нарушения мира, акта агрессии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Санкции (ст. 41) — экономические, разрыв связей, блокада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Применение вооружённой силы (ст. 42)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Действует постоянно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постоянных членов с правом вето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непостоянных членов (2 года)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ГЕНЕРАЛЬНАЯ АССАМБЛЕЯ ООН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Обсуждение вопросов безопасности на сессиях. Рез. 42/93 от 7.12.1987 — «Всеобъемлющая система международного мира и безопасности»: надёжная безопасность возможна только мирными политическими средствами и через ООН.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3931920" cy="173736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926080"/>
            <a:ext cx="73152" cy="1737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971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МИРОТВОРЧЕСТВО ООН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3375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Операции по поддержанию мира (ОПМ/PKO): наблюдатели, миротворческие силы. Принципы: согласие сторон, беспристрастность, неприменение силы (кроме самообороны и защиты мандата). Финансирование — из взносов государств-членов.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РЕГИОНАЛЬНЫЕ СИСТЕМЫ БЕЗОПАСНОСТИ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Организация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Основание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Характеристика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ОБСЕ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Хельсинкский акт 1975 г.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 государств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Меры военного доверия. Заседания Совета министров. Недостаток: не решала задачи на военно-политическом направлении. Необходимость реформирования.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НАТО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Вашингтонский договор 1949 г.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После прекращения ОВД (1991) — значительное расширение. Ключевая роль в европейской безопасности. Расширение на восток — предмет разногласий с РФ.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ОДКБ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Договор о коллективной безопасности, Ташкент 15.05.1992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Организация с 2002 г. Члены: Россия, Белоруссия, Армения, Казахстан, Киргизия, Таджикистан. Коллективные силы оперативного реагирования.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ШОС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2001 г. (Шанхай)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Борьба с терроризмом, сепаратизмом, экстремизмом («три зла»). Региональная антитеррористическая структура (РАТС).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383280"/>
            <a:ext cx="73152" cy="1463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429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ДОВСЕ (Договор об обычных вооружённых силах в Европе, 1990 г.)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7490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обычных вооружений между ОВД и НАТО. Соглашение об адаптации (Стамбул, 1999) — не ратифицировано странами НАТО. Указ Президента РФ от 13.07.2007 — приостановление действия. С декабря 2011 г. — страны НАТО приостановили информационный обмен с РФ. В нынешних условиях ДОВСЕ и Соглашение 1999 г. безнадёжно устарели.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РАЗОРУЖЕНИЕ: ЯДЕРНОЕ ОРУЖИЕ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ДНЯО — Договор о нераспространении ядерного оружия (1968 г.)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ядерных государств (США, Россия, Великобритания, Франция, Китай). Обязательство неядерных государств не приобретать ЯО. Три «столпа»: нераспространение, разоружение, мирное использование. Контроль — МАГАТЭ (система гарантий). 191 участник — наиболее универсальный договор в сфере разоружения.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Двусторонние договоры (США — Россия):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6032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457200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Договор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Год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Суть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Статус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ОСВ-I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Ограничение стратегических вооружений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Истёк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Договор по ПРО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Ограничение систем противоракетной обороны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США вышли (2002)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ДРСМД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Ликвидация ракет средней и меньшей дальности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Прекращён (2019)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СНВ-I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Сокращение стратегических наступательных вооружений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Истёк (2009)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СНВ-III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Дальнейшее сокращение (1550 боеголовок, 700 носителей)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Продлён до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4572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ДВЗЯИ (1996) — Договор о всеобъемлющем запрещении ядерных испытаний — не вступил в силу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РАЗОРУЖЕНИЕ: ХИМИЧЕСКОЕ, БИОЛОГИЧЕСКОЕ, ОБЫЧНОЕ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38404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05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ХИМИЧЕСКОЕ ОРУЖИЕ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286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Женевский протокол 1925 г. — запрет применения.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 запрещении (КХО) 1993 г. — полный запрет разработки, производства, накопления.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ОЗХО (Гаага) — контроль и инспекции.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Уничтожение запасов.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560320" cy="3840480"/>
          </a:xfrm>
          <a:prstGeom prst="rect">
            <a:avLst/>
          </a:prstGeom>
          <a:solidFill>
            <a:srgbClr val="2B5C8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005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БИОЛОГИЧЕСКОЕ ОРУЖИЕ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508760"/>
            <a:ext cx="2286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 запрещении (КБТО) 1972 г. — запрет разработки, производства и накопления.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механизма проверки (нет инспекций).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Попытки создать протокол о верификации — безуспешны.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2560320" cy="3840480"/>
          </a:xfrm>
          <a:prstGeom prst="rect">
            <a:avLst/>
          </a:prstGeom>
          <a:solidFill>
            <a:srgbClr val="3B7CB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005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ОБЫЧНЫЕ ВООРУЖЕНИЯ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80760" y="1508760"/>
            <a:ext cx="2286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ДОВСЕ 1990 г. (см. выше).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 запрещении конкретных видов обычного оружия 1980 г.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Оттавская конвенция о запрещении мин 1997 г.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 о торговле оружием 2014 г.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МЕРЫ УКРЕПЛЕНИЯ ДОВЕРИЯ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снижение военной напряжённости, предотвращение внезапного нападения, повышение предсказуемости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46304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51760" cy="54864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Предварительные уведомления о крупных военных учениях и передвижениях войск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146304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651760" cy="54864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Наблюдатели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691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 военными наблюдателями на учениях и маневрах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51760" cy="146304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651760" cy="54864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325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Инспекции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691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 на инспекции военных объектов по договорам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651760" cy="146304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26080"/>
            <a:ext cx="2651760" cy="54864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429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«Горячие линии» связи между руководителями государств и военных ведомств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2926080"/>
            <a:ext cx="2651760" cy="146304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2926080"/>
            <a:ext cx="2651760" cy="54864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Открытое небо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3429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 по открытому небу 1992 г. — наблюдательные полёты над территориями участников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651760" cy="146304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926080"/>
            <a:ext cx="2651760" cy="54864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 данными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429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Регулярный обмен информацией о военных бюджетах, вооружениях, структуре ВС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МЕЖДУНАРОДНАЯ БОРЬБА С ТЕРРОРИЗМОМ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Контртеррористический комитет СБ ООН (рез. 1373 от 28.09.2001) — обязывает все государства: криминализировать финансирование терроризма, заморозить активы террористов, отказать в убежище, обмениваться информацией.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конвенции: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 предотвращении преступлений против лиц, пользующихся международной защитой (1973)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 борьбе с захватом заложников (1979)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 борьбе с бомбовым терроризмом (1998)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 борьбе с финансированием терроризма (1999)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Конвенция о борьбе с актами ядерного терроризма (2005, инициатива РФ)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i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Ведётся работа над Всеобъемлющей конвенцией по борьбе с терроризмом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ДАТЫ И ДОКУМЕНТЫ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Устав ООН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1968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ДНЯО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КБТО, Договор по ПРО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Хельсинкский акт (ОБСЕ)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1987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ДРСМД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ДОВСЕ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ОДКБ (Ташкент)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1993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КХО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СНВ-III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91440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Запомнить: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специальных принципа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Универсальная система (СБ ООН, гл. VII)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Региональные: ОБСЕ, НАТО, ОДКБ, ШОС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ДНЯО + двусторонние (СНВ, ДРСМД)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КХО, КБТО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Меры доверия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Контртерроризм (рез. 1373)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ТЕМА 2 / 10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 международной безопасности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Право международной безопасности</dc:title>
  <dc:subject>PptxGenJS Presentation</dc:subject>
  <dc:creator>PptxGenJS</dc:creator>
  <cp:lastModifiedBy>PptxGenJS</cp:lastModifiedBy>
  <cp:revision>1</cp:revision>
  <dcterms:created xsi:type="dcterms:W3CDTF">2026-03-16T16:17:51Z</dcterms:created>
  <dcterms:modified xsi:type="dcterms:W3CDTF">2026-03-16T16:17:51Z</dcterms:modified>
</cp:coreProperties>
</file>