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Международное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гуманитарное право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публичное право — Особенная часть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 МГП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10058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МГП — система международно-правовых принципов и норм, регулирующих отношения между субъектами МП в целях решения гуманитарных задач, возникающих в связи с международными вооружёнными конфликтами и вооружёнными конфликтами немеждународного характера, и установления ответственности за нарушения правил ведения военных действий.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3055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Нормы МГП действуют в отношении всех сторон конфликта НЕЗАВИСИМО от причины его возникновения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9144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88920"/>
            <a:ext cx="73152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Оговорка Мартенса (1899 г.):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 случаях, не предусмотренных принятыми постановлениями государств, население и воюющие остаются под охраною и действием начал международного права, поскольку они вытекают из установившихся обычаев, из законов человечности и требований общественного сознания».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Международный обычай — один из основных источников МГП (161 обычай — исследование МККК).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3931920" cy="6858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423367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Международные вооружённые конфликты — между двумя и более государствами (ЖК I–IV + ДП I)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4206240"/>
            <a:ext cx="3931920" cy="685800"/>
          </a:xfrm>
          <a:prstGeom prst="rect">
            <a:avLst/>
          </a:prstGeom>
          <a:solidFill>
            <a:srgbClr val="2B5C8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423367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Немеждународные (внутренние) конфликты — на территории одного государства (общая ст. 3 ЖК + ДП II)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ИСТОЧНИКИ: «ПРАВО ГААГИ» И «ПРАВО ЖЕНЕВЫ»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3931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«ПРАВО ГААГИ» (jus in bello)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Регулирует порядок ведения военных действий, права и обязанности воюющих сторон.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Гаагские конвенции 1899 и 1907 гг. (о законах и обычаях сухопутной войны и др.)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запрещении конкретных видов обычного оружия 1980 г. (+ 5 протоколов)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Оттавская конвенция о запрещении мин 1997 г.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по кассетным боеприпасам 2008 г.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запрещении химического оружия 1993 г.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запрещении биологического оружия 1972 г.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39319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73152" cy="393192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«ПРАВО ЖЕНЕВЫ» (jus in bello)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жертв вооружённых конфликтов, гуманное обращение.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Женевские конвенции 1949 г.: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— раненые и больные в действующих армиях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— раненые, больные и лица, потерпевшие кораблекрушение, из состава ВМС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— обращение с военнопленными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— защита гражданского населения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протоколы: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ДП I (1977) — международные конфликты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ДП II (1977) — немеждународные конфликты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ДП III (2005) — доп. эмблема (красный ромб)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ПРИНЦИПЫ МГП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749808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987552"/>
            <a:ext cx="411480" cy="411480"/>
          </a:xfrm>
          <a:prstGeom prst="ellipse">
            <a:avLst/>
          </a:prstGeom>
          <a:solidFill>
            <a:srgbClr val="8B202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841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ГУМАННОСТЬ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1155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Гуманное обращение с лицами, не участвующими / прекратившими участие в военных действиях (ст. 75 ДП I, ст. 4 ДП II). Цель — избежать излишних страданий.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28800"/>
            <a:ext cx="411480" cy="411480"/>
          </a:xfrm>
          <a:prstGeom prst="ellipse">
            <a:avLst/>
          </a:prstGeom>
          <a:solidFill>
            <a:srgbClr val="2B4C8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16824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ПРОВЕДЕНИЕ РАЗЛИЧИЯ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195681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Обязанность различать комбатантов и гражданских, военные и гражданские объекты. Нападения направляются только на военные цели (ст. 48, 51, 52 ДП I).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8229600" cy="749808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70048"/>
            <a:ext cx="411480" cy="411480"/>
          </a:xfrm>
          <a:prstGeom prst="ellipse">
            <a:avLst/>
          </a:prstGeom>
          <a:solidFill>
            <a:srgbClr val="8B202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70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2523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СОРАЗМЕРНОСТЬ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79806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потерь среди гражданского населения и ущерба гражданским объектам, чрезмерных по отношению к ожидаемому военному преимуществу.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511296"/>
            <a:ext cx="411480" cy="411480"/>
          </a:xfrm>
          <a:prstGeom prst="ellipse">
            <a:avLst/>
          </a:prstGeom>
          <a:solidFill>
            <a:srgbClr val="2B4C8C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511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3364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СРЕДСТВ И МЕТОДОВ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6393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оружия, причиняющего чрезмерные страдания или имеющего неизбирательное действие (ст. 35 ДП I). Право выбора средств не является неограниченным.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87952"/>
            <a:ext cx="8229600" cy="749808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352544"/>
            <a:ext cx="411480" cy="411480"/>
          </a:xfrm>
          <a:prstGeom prst="ellipse">
            <a:avLst/>
          </a:prstGeom>
          <a:solidFill>
            <a:srgbClr val="8B2020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352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ВОЕННАЯ НЕОБХОДИМОСТЬ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480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Допустимы только меры, действительно необходимые для достижения законных военных целей. Не оправдывает нарушения МГП.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УЧАСТНИКИ КОНФЛИКТОВ. ЗАЩИТА ЛИЦ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Категория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Определение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Режим защиты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Комбатанты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Лица, входящие в состав ВС стороны конфликта (кроме медицинского и духовного персонала). Должны: иметь командование, отличительный знак, открыто носить оружие, соблюдать МГП.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Право участвовать в военных действиях. При захвате — статус военнопленных (ЖК III).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Гражданское население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Все лица, не являющиеся комбатантами. При сомнении — считается гражданским (ст. 50 ДП I).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Защищены от нападения (ст. 51 ДП I). Запрет: террор, голод как метод войны, использование как щита.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Военнопленные (ЖК III)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Комбатанты, попавшие во власть неприятеля.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Гуманное обращение, запрет пыток, право на переписку, контроль МККК. Сообщают только: имя, фамилию, дату рождения, звание, личный номер.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Раненые и больные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Лица, нуждающиеся в медицинской помощи и воздерживающиеся от враждебных действий.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Подлежат уважению и защите. Сбор, уход без дискриминации. Медперсонал защищён.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Медицинский и духовный персонал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Персонал, назначенный для медицинских и религиозных задач.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Пользуется уважением и защитой. Не считается комбатантами. Защитные эмблемы.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4251960"/>
            <a:ext cx="73152" cy="64008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279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Защитные эмблемы: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5537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Красный крест (1864) • Красный полумесяц (1929) • Красный ромб / кристалл (ДП III, 2005). Использование в вооружённом конфликте защищает от нападения. Злоупотребление — военное преступление (вероломство).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МККК И ЗАПРЕЩЁННЫЕ МЕТОДЫ ВОЙНЫ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2286000"/>
          </a:xfrm>
          <a:prstGeom prst="rect">
            <a:avLst/>
          </a:prstGeom>
          <a:solidFill>
            <a:srgbClr val="8B202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МККК (ICRC)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«Хранитель» МГП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Нейтральный посредник в конфликтах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Посещает военнопленных и задержанных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Содействует соблюдению Женевских конвенций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Центральное агентство по розыску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Штаб-квартира — Женева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 в 1863 г. Анри Дюнаном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3931920" cy="22860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868680"/>
            <a:ext cx="73152" cy="228600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ЗАПРЕЩЁННЫЕ МЕТОДЫ ВОЙНЫ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32588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Вероломство (использование защитных эмблем для обмана)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Террор в отношении гражданского населения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Голод как метод ведения войны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Нападение на объекты, содержащие опасные силы (дамбы, АЭС)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Приказ не оставлять никого в живых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гражданских лиц в качестве щита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Разграбление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383280"/>
            <a:ext cx="73152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ЗАПРЕЩЁННЫЕ СРЕДСТВА (ОРУЖИЕ)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Химическое оружие (Женевский протокол 1925, КХО 1993)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Биологическое оружие (КБТО 1972)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Противопехотные мины (Оттавская конвенция 1997)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Кассетные боеприпасы (Конвенция 2008)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Ослепляющее лазерное оружие (Протокол IV к Конвенции 1980)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ДАТЫ И ПОНЯТИЯ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1864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первая Женевская конвенция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1899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Гаагская конференция мира, оговорка Мартенса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1907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II Гаагская конференция мира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1949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 Женевские конвенции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1977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ДП I и ДП II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ДП III (красный ромб)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1863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основание МККК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Право Гааги vs Право Женевы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ЖК 1949 + 3 ДП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принципов МГП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Комбатанты vs гражданские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Режим военнопленных (ЖК III)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МККК — «хранитель» МГП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Запрещённые средства и методы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ТЕМА 9 /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гуманитарное право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Международное гуманитарное право</dc:title>
  <dc:subject>PptxGenJS Presentation</dc:subject>
  <dc:creator>PptxGenJS</dc:creator>
  <cp:lastModifiedBy>PptxGenJS</cp:lastModifiedBy>
  <cp:revision>1</cp:revision>
  <dcterms:created xsi:type="dcterms:W3CDTF">2026-03-16T21:24:25Z</dcterms:created>
  <dcterms:modified xsi:type="dcterms:W3CDTF">2026-03-16T21:24:25Z</dcterms:modified>
</cp:coreProperties>
</file>