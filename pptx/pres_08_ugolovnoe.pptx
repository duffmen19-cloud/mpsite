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уголовное право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ОСОБЕННОСТИ МУП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8229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МУП — система общих и специальных принципов и норм, регулирующих сотрудничество субъектов МП в сфере предупреждения преступлений и привлечения виновных к ответственности за международные преступления и преступления международного характера, а также оказания правовой помощи по уголовным делам.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МУП: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359152"/>
            <a:ext cx="384048" cy="384048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— сотрудничество государств в борьбе с международной преступностью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999232"/>
            <a:ext cx="384048" cy="384048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характер: уголовное право + процесс + уголовно-исполнительное право + международная криминология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639312"/>
            <a:ext cx="384048" cy="384048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некоторых случаях обратная сила норм (уставы трибуналов — ст. 15 МПГПП)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279392"/>
            <a:ext cx="384048" cy="384048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Субъекты — не только физические лица, но и государства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~300 договоров. Кодификация: Устав МВТ 1945 → МТДВ 1946 → МТБЮ 1993 → МТР 1994 → Статут МУС 1998.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МУП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0175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ГРУППА — УСТАВ МВТ 1945 г.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Запрещение агрессивных войн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Неотвратимость наказания за международные преступления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Личная уголовная ответственность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Должностное положение не освобождает от ответственности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Исполнение приказа — не основание для освобождения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нац. право не устанавливает наказания — не освобождает виновного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Неприменение сроков давности к военным преступникам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30175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68680"/>
            <a:ext cx="73152" cy="3017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ГРУППА — ЗАЩИТА ПРАВ ЧЕЛОВЕКА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(ВДПЧ, МПГПП, ЕКПЧ)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Презумпция невиновности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пропаганды войны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рабства, пыток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принуждения к даче показаний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Правосудие только судом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Гласность разбирательства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Равенство перед законом и судом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на защиту, переводчика, обжалование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069080"/>
            <a:ext cx="73152" cy="82296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принципы МП: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неприменение силы, мирное разрешение споров, невмешательство во внутренние дела, уважение прав человека, сотрудничество.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КЛАССИФИКАЦИЯ ПРЕСТУПЛЕНИЙ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ПРЕСТУПЛЕНИЯ (против мира и безопасности человечества)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Посягают на основы международного правопорядка, мир и безопасность. Влекут индивидуальную уголовную ответственность (МУС, трибуналы).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828800" cy="1005840"/>
          </a:xfrm>
          <a:prstGeom prst="rect">
            <a:avLst/>
          </a:prstGeom>
          <a:solidFill>
            <a:srgbClr val="2B5C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09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Геноцид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Уничтожение полностью или частично национальной, этнической, расовой или религиозной группы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1691640"/>
            <a:ext cx="1828800" cy="1005840"/>
          </a:xfrm>
          <a:prstGeom prst="rect">
            <a:avLst/>
          </a:prstGeom>
          <a:solidFill>
            <a:srgbClr val="2B5C8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709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Преступления против человечности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1938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Систематическое нападение на гражданское население: убийства, истребление, депортация, пытки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828800" cy="1005840"/>
          </a:xfrm>
          <a:prstGeom prst="rect">
            <a:avLst/>
          </a:prstGeom>
          <a:solidFill>
            <a:srgbClr val="2B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09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Военные преступления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938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Серьёзные нарушения Женевских конвенций и обычаев войны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1691640"/>
            <a:ext cx="1828800" cy="1005840"/>
          </a:xfrm>
          <a:prstGeom prst="rect">
            <a:avLst/>
          </a:prstGeom>
          <a:solidFill>
            <a:srgbClr val="2B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709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Агрессия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1938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вооружённой силы государством против суверенитета другого государства (с 2018 г. — юрисдикция МУС)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19202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71800"/>
            <a:ext cx="73152" cy="1920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ПРЕСТУПЛЕНИЯ МЕЖДУНАРОДНОГО ХАРАКТЕРА (конвенционные)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Затрагивают интересы нескольких государств, но не посягают на основы миропорядка. Преследуются на основе конвенций.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Терроризм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Пиратство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Незаконный оборот наркотиков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Фальшивомонетничество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749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заложников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Работорговля и торговля людьми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Киберпреступления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Незаконный захват воздушных судов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МЕЖДУНАРОДНЫЕ УГОЛОВНЫЕ СУДЫ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Характеристика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Нюрнбергский МВТ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1945–46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Первый международный уголовный трибунал. Принципы Нюрнберга — основа МУП. Суд над главными военными преступниками нацистской Германии.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Токийский МТДВ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1946–48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Суд над японскими военными преступниками.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МТБЮ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hoc трибунал СБ ООН для бывшей Югославии (рез. 827). Гаага. Завершил работу в 2017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МТР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hoc трибунал СБ ООН для Руанды (рез. 955). Аруша. Завершил работу в 2015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УГОЛОВНЫЙ СУД (МУС)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Римский статут 1998 г., действует с 1 июля 2002 г., Гаага. 18 судей. Прокурор.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Юрисдикция: геноцид, преступления против человечности, военные преступления, агрессия (с 2018 г.).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комплементарности — МУС действует, только когда национальные суды не могут или не желают осуществлять преследование.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подписала Статут (2000), но не ратифицировала. В 2016 г. отозвала подпись.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ТЕРРОРИЗМ. ПРАВОВАЯ ПОМОЩЬ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1945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2194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ТЕРРОРИЗМ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Единого определения нет — каждая конвенция даёт своё.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предотвращении преступлений против лиц, пользующихся международной защитой (1973)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захватом заложников (1979)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бомбовым терроризмом (1998)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финансированием терроризма (1999)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актами ядерного терроризма (2005, инициатива РФ)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Ведётся работа над Всеобъемлющей конвенцией по борьбе с терроризмом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ПРАВОВАЯ ПОМОЩЬ ПО УГОЛОВНЫМ ДЕЛАМ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Включает: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Экстрадиция (выдача) • передача осуждённых • исполнение приговоров • вручение документов • допрос свидетелей • обыск • передача доказательств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двусторонние договоры о правовой помощи, Европейская конвенция о выдаче 1957 г., Минская конвенция СНГ 1993 г.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aut dedere aut judicare — «выдай или суди»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Устав МВТ (Нюрнберг)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1948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Конвенция о геноциде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МТБЮ (рез. 827 СБ ООН)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МТР (рез. 955 СБ ООН)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Римский статут МУС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2002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МУС начал работу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Конв. о ядерном терроризме (РФ)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юрисдикция МУС по агрессии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особенности МУП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группы принципов (МВТ + права человека)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Международные vs конвенционные преступления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состава юрисдикции МУС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Комплементарность МУС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 dedere aut judicare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Позиция РФ по Статуту МУС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8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уголовное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уголовное право</dc:title>
  <dc:subject>PptxGenJS Presentation</dc:subject>
  <dc:creator>PptxGenJS</dc:creator>
  <cp:lastModifiedBy>PptxGenJS</cp:lastModifiedBy>
  <cp:revision>1</cp:revision>
  <dcterms:created xsi:type="dcterms:W3CDTF">2026-03-16T21:21:18Z</dcterms:created>
  <dcterms:modified xsi:type="dcterms:W3CDTF">2026-03-16T21:21:18Z</dcterms:modified>
</cp:coreProperties>
</file>